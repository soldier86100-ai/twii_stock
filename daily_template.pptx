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4605" r:id="rId2"/>
  </p:sldIdLst>
  <p:sldSz cx="10058400" cy="155448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Noto Sans TC" panose="020B0200000000000000" pitchFamily="34" charset="-120"/>
      <p:regular r:id="rId8"/>
      <p:bold r:id="rId9"/>
    </p:embeddedFont>
  </p:embeddedFontLst>
  <p:defaultTextStyle>
    <a:defPPr>
      <a:defRPr lang="en-US"/>
    </a:defPPr>
    <a:lvl1pPr marL="0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1pPr>
    <a:lvl2pPr marL="641406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2pPr>
    <a:lvl3pPr marL="1282812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3pPr>
    <a:lvl4pPr marL="1924218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4pPr>
    <a:lvl5pPr marL="2565624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5pPr>
    <a:lvl6pPr marL="3207029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6pPr>
    <a:lvl7pPr marL="3848435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7pPr>
    <a:lvl8pPr marL="4489841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8pPr>
    <a:lvl9pPr marL="5131247" algn="l" defTabSz="1282812" rtl="0" eaLnBrk="1" latinLnBrk="0" hangingPunct="1">
      <a:defRPr sz="252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0093C1"/>
    <a:srgbClr val="008000"/>
    <a:srgbClr val="E8ECF0"/>
    <a:srgbClr val="006699"/>
    <a:srgbClr val="0070C0"/>
    <a:srgbClr val="0F80B5"/>
    <a:srgbClr val="20AAC2"/>
    <a:srgbClr val="1185B7"/>
    <a:srgbClr val="20A3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3" autoAdjust="0"/>
    <p:restoredTop sz="94545" autoAdjust="0"/>
  </p:normalViewPr>
  <p:slideViewPr>
    <p:cSldViewPr>
      <p:cViewPr varScale="1">
        <p:scale>
          <a:sx n="32" d="100"/>
          <a:sy n="32" d="100"/>
        </p:scale>
        <p:origin x="2420" y="-24"/>
      </p:cViewPr>
      <p:guideLst>
        <p:guide orient="horz" pos="3140"/>
        <p:guide pos="38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3042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5F15F-E8EC-4460-8488-585F02A7307D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75D77-DC15-4A90-8276-9ACEE08FD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4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1pPr>
    <a:lvl2pPr marL="641406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2pPr>
    <a:lvl3pPr marL="1282812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3pPr>
    <a:lvl4pPr marL="1924218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4pPr>
    <a:lvl5pPr marL="2565624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5pPr>
    <a:lvl6pPr marL="3207029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6pPr>
    <a:lvl7pPr marL="3848435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7pPr>
    <a:lvl8pPr marL="4489841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8pPr>
    <a:lvl9pPr marL="5131247" algn="l" defTabSz="1282812" rtl="0" eaLnBrk="1" latinLnBrk="0" hangingPunct="1">
      <a:defRPr sz="16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866" y="3096964"/>
            <a:ext cx="10345783" cy="2136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727" y="5649299"/>
            <a:ext cx="8520056" cy="25477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4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0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8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468" y="6406235"/>
            <a:ext cx="10345783" cy="1980024"/>
          </a:xfrm>
        </p:spPr>
        <p:txBody>
          <a:bodyPr anchor="t"/>
          <a:lstStyle>
            <a:lvl1pPr algn="l">
              <a:defRPr sz="532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468" y="4225439"/>
            <a:ext cx="10345783" cy="2180794"/>
          </a:xfrm>
        </p:spPr>
        <p:txBody>
          <a:bodyPr anchor="b"/>
          <a:lstStyle>
            <a:lvl1pPr marL="0" indent="0">
              <a:buNone/>
              <a:defRPr sz="2662">
                <a:solidFill>
                  <a:schemeClr val="tx1">
                    <a:tint val="75000"/>
                  </a:schemeClr>
                </a:solidFill>
              </a:defRPr>
            </a:lvl1pPr>
            <a:lvl2pPr marL="608579" indent="0">
              <a:buNone/>
              <a:defRPr sz="2396">
                <a:solidFill>
                  <a:schemeClr val="tx1">
                    <a:tint val="75000"/>
                  </a:schemeClr>
                </a:solidFill>
              </a:defRPr>
            </a:lvl2pPr>
            <a:lvl3pPr marL="1217158" indent="0">
              <a:buNone/>
              <a:defRPr sz="2130">
                <a:solidFill>
                  <a:schemeClr val="tx1">
                    <a:tint val="75000"/>
                  </a:schemeClr>
                </a:solidFill>
              </a:defRPr>
            </a:lvl3pPr>
            <a:lvl4pPr marL="1825737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4pPr>
            <a:lvl5pPr marL="2434316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5pPr>
            <a:lvl6pPr marL="3042895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6pPr>
            <a:lvl7pPr marL="3651474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7pPr>
            <a:lvl8pPr marL="4260052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8pPr>
            <a:lvl9pPr marL="4868631" indent="0">
              <a:buNone/>
              <a:defRPr sz="1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75" y="2326185"/>
            <a:ext cx="5375750" cy="6579310"/>
          </a:xfrm>
        </p:spPr>
        <p:txBody>
          <a:bodyPr/>
          <a:lstStyle>
            <a:lvl1pPr>
              <a:defRPr sz="3727"/>
            </a:lvl1pPr>
            <a:lvl2pPr>
              <a:defRPr sz="3195"/>
            </a:lvl2pPr>
            <a:lvl3pPr>
              <a:defRPr sz="2662"/>
            </a:lvl3pPr>
            <a:lvl4pPr>
              <a:defRPr sz="2396"/>
            </a:lvl4pPr>
            <a:lvl5pPr>
              <a:defRPr sz="2396"/>
            </a:lvl5pPr>
            <a:lvl6pPr>
              <a:defRPr sz="2396"/>
            </a:lvl6pPr>
            <a:lvl7pPr>
              <a:defRPr sz="2396"/>
            </a:lvl7pPr>
            <a:lvl8pPr>
              <a:defRPr sz="2396"/>
            </a:lvl8pPr>
            <a:lvl9pPr>
              <a:defRPr sz="23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184" y="2326185"/>
            <a:ext cx="5375750" cy="6579310"/>
          </a:xfrm>
        </p:spPr>
        <p:txBody>
          <a:bodyPr/>
          <a:lstStyle>
            <a:lvl1pPr>
              <a:defRPr sz="3727"/>
            </a:lvl1pPr>
            <a:lvl2pPr>
              <a:defRPr sz="3195"/>
            </a:lvl2pPr>
            <a:lvl3pPr>
              <a:defRPr sz="2662"/>
            </a:lvl3pPr>
            <a:lvl4pPr>
              <a:defRPr sz="2396"/>
            </a:lvl4pPr>
            <a:lvl5pPr>
              <a:defRPr sz="2396"/>
            </a:lvl5pPr>
            <a:lvl6pPr>
              <a:defRPr sz="2396"/>
            </a:lvl6pPr>
            <a:lvl7pPr>
              <a:defRPr sz="2396"/>
            </a:lvl7pPr>
            <a:lvl8pPr>
              <a:defRPr sz="2396"/>
            </a:lvl8pPr>
            <a:lvl9pPr>
              <a:defRPr sz="23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75" y="2231566"/>
            <a:ext cx="5377864" cy="930010"/>
          </a:xfrm>
        </p:spPr>
        <p:txBody>
          <a:bodyPr anchor="b"/>
          <a:lstStyle>
            <a:lvl1pPr marL="0" indent="0">
              <a:buNone/>
              <a:defRPr sz="3195" b="1"/>
            </a:lvl1pPr>
            <a:lvl2pPr marL="608579" indent="0">
              <a:buNone/>
              <a:defRPr sz="2662" b="1"/>
            </a:lvl2pPr>
            <a:lvl3pPr marL="1217158" indent="0">
              <a:buNone/>
              <a:defRPr sz="2396" b="1"/>
            </a:lvl3pPr>
            <a:lvl4pPr marL="1825737" indent="0">
              <a:buNone/>
              <a:defRPr sz="2130" b="1"/>
            </a:lvl4pPr>
            <a:lvl5pPr marL="2434316" indent="0">
              <a:buNone/>
              <a:defRPr sz="2130" b="1"/>
            </a:lvl5pPr>
            <a:lvl6pPr marL="3042895" indent="0">
              <a:buNone/>
              <a:defRPr sz="2130" b="1"/>
            </a:lvl6pPr>
            <a:lvl7pPr marL="3651474" indent="0">
              <a:buNone/>
              <a:defRPr sz="2130" b="1"/>
            </a:lvl7pPr>
            <a:lvl8pPr marL="4260052" indent="0">
              <a:buNone/>
              <a:defRPr sz="2130" b="1"/>
            </a:lvl8pPr>
            <a:lvl9pPr marL="4868631" indent="0">
              <a:buNone/>
              <a:defRPr sz="21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575" y="3161576"/>
            <a:ext cx="5377864" cy="5743915"/>
          </a:xfrm>
        </p:spPr>
        <p:txBody>
          <a:bodyPr/>
          <a:lstStyle>
            <a:lvl1pPr>
              <a:defRPr sz="3195"/>
            </a:lvl1pPr>
            <a:lvl2pPr>
              <a:defRPr sz="2662"/>
            </a:lvl2pPr>
            <a:lvl3pPr>
              <a:defRPr sz="2396"/>
            </a:lvl3pPr>
            <a:lvl4pPr>
              <a:defRPr sz="2130"/>
            </a:lvl4pPr>
            <a:lvl5pPr>
              <a:defRPr sz="2130"/>
            </a:lvl5pPr>
            <a:lvl6pPr>
              <a:defRPr sz="2130"/>
            </a:lvl6pPr>
            <a:lvl7pPr>
              <a:defRPr sz="2130"/>
            </a:lvl7pPr>
            <a:lvl8pPr>
              <a:defRPr sz="2130"/>
            </a:lvl8pPr>
            <a:lvl9pPr>
              <a:defRPr sz="21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958" y="2231566"/>
            <a:ext cx="5379976" cy="930010"/>
          </a:xfrm>
        </p:spPr>
        <p:txBody>
          <a:bodyPr anchor="b"/>
          <a:lstStyle>
            <a:lvl1pPr marL="0" indent="0">
              <a:buNone/>
              <a:defRPr sz="3195" b="1"/>
            </a:lvl1pPr>
            <a:lvl2pPr marL="608579" indent="0">
              <a:buNone/>
              <a:defRPr sz="2662" b="1"/>
            </a:lvl2pPr>
            <a:lvl3pPr marL="1217158" indent="0">
              <a:buNone/>
              <a:defRPr sz="2396" b="1"/>
            </a:lvl3pPr>
            <a:lvl4pPr marL="1825737" indent="0">
              <a:buNone/>
              <a:defRPr sz="2130" b="1"/>
            </a:lvl4pPr>
            <a:lvl5pPr marL="2434316" indent="0">
              <a:buNone/>
              <a:defRPr sz="2130" b="1"/>
            </a:lvl5pPr>
            <a:lvl6pPr marL="3042895" indent="0">
              <a:buNone/>
              <a:defRPr sz="2130" b="1"/>
            </a:lvl6pPr>
            <a:lvl7pPr marL="3651474" indent="0">
              <a:buNone/>
              <a:defRPr sz="2130" b="1"/>
            </a:lvl7pPr>
            <a:lvl8pPr marL="4260052" indent="0">
              <a:buNone/>
              <a:defRPr sz="2130" b="1"/>
            </a:lvl8pPr>
            <a:lvl9pPr marL="4868631" indent="0">
              <a:buNone/>
              <a:defRPr sz="21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958" y="3161576"/>
            <a:ext cx="5379976" cy="5743915"/>
          </a:xfrm>
        </p:spPr>
        <p:txBody>
          <a:bodyPr/>
          <a:lstStyle>
            <a:lvl1pPr>
              <a:defRPr sz="3195"/>
            </a:lvl1pPr>
            <a:lvl2pPr>
              <a:defRPr sz="2662"/>
            </a:lvl2pPr>
            <a:lvl3pPr>
              <a:defRPr sz="2396"/>
            </a:lvl3pPr>
            <a:lvl4pPr>
              <a:defRPr sz="2130"/>
            </a:lvl4pPr>
            <a:lvl5pPr>
              <a:defRPr sz="2130"/>
            </a:lvl5pPr>
            <a:lvl6pPr>
              <a:defRPr sz="2130"/>
            </a:lvl6pPr>
            <a:lvl7pPr>
              <a:defRPr sz="2130"/>
            </a:lvl7pPr>
            <a:lvl8pPr>
              <a:defRPr sz="2130"/>
            </a:lvl8pPr>
            <a:lvl9pPr>
              <a:defRPr sz="21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577" y="396929"/>
            <a:ext cx="4004343" cy="1689251"/>
          </a:xfrm>
        </p:spPr>
        <p:txBody>
          <a:bodyPr anchor="b"/>
          <a:lstStyle>
            <a:lvl1pPr algn="l">
              <a:defRPr sz="266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8722" y="396933"/>
            <a:ext cx="6804212" cy="8508563"/>
          </a:xfrm>
        </p:spPr>
        <p:txBody>
          <a:bodyPr/>
          <a:lstStyle>
            <a:lvl1pPr>
              <a:defRPr sz="4260"/>
            </a:lvl1pPr>
            <a:lvl2pPr>
              <a:defRPr sz="3727"/>
            </a:lvl2pPr>
            <a:lvl3pPr>
              <a:defRPr sz="3195"/>
            </a:lvl3pPr>
            <a:lvl4pPr>
              <a:defRPr sz="2662"/>
            </a:lvl4pPr>
            <a:lvl5pPr>
              <a:defRPr sz="2662"/>
            </a:lvl5pPr>
            <a:lvl6pPr>
              <a:defRPr sz="2662"/>
            </a:lvl6pPr>
            <a:lvl7pPr>
              <a:defRPr sz="2662"/>
            </a:lvl7pPr>
            <a:lvl8pPr>
              <a:defRPr sz="2662"/>
            </a:lvl8pPr>
            <a:lvl9pPr>
              <a:defRPr sz="26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577" y="2086182"/>
            <a:ext cx="4004343" cy="6819312"/>
          </a:xfrm>
        </p:spPr>
        <p:txBody>
          <a:bodyPr/>
          <a:lstStyle>
            <a:lvl1pPr marL="0" indent="0">
              <a:buNone/>
              <a:defRPr sz="1864"/>
            </a:lvl1pPr>
            <a:lvl2pPr marL="608579" indent="0">
              <a:buNone/>
              <a:defRPr sz="1597"/>
            </a:lvl2pPr>
            <a:lvl3pPr marL="1217158" indent="0">
              <a:buNone/>
              <a:defRPr sz="1331"/>
            </a:lvl3pPr>
            <a:lvl4pPr marL="1825737" indent="0">
              <a:buNone/>
              <a:defRPr sz="1198"/>
            </a:lvl4pPr>
            <a:lvl5pPr marL="2434316" indent="0">
              <a:buNone/>
              <a:defRPr sz="1198"/>
            </a:lvl5pPr>
            <a:lvl6pPr marL="3042895" indent="0">
              <a:buNone/>
              <a:defRPr sz="1198"/>
            </a:lvl6pPr>
            <a:lvl7pPr marL="3651474" indent="0">
              <a:buNone/>
              <a:defRPr sz="1198"/>
            </a:lvl7pPr>
            <a:lvl8pPr marL="4260052" indent="0">
              <a:buNone/>
              <a:defRPr sz="1198"/>
            </a:lvl8pPr>
            <a:lvl9pPr marL="4868631" indent="0">
              <a:buNone/>
              <a:defRPr sz="11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701" y="6978544"/>
            <a:ext cx="7302906" cy="823857"/>
          </a:xfrm>
        </p:spPr>
        <p:txBody>
          <a:bodyPr anchor="b"/>
          <a:lstStyle>
            <a:lvl1pPr algn="l">
              <a:defRPr sz="266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5701" y="890780"/>
            <a:ext cx="7302906" cy="5981610"/>
          </a:xfrm>
        </p:spPr>
        <p:txBody>
          <a:bodyPr/>
          <a:lstStyle>
            <a:lvl1pPr marL="0" indent="0">
              <a:buNone/>
              <a:defRPr sz="4260"/>
            </a:lvl1pPr>
            <a:lvl2pPr marL="608579" indent="0">
              <a:buNone/>
              <a:defRPr sz="3727"/>
            </a:lvl2pPr>
            <a:lvl3pPr marL="1217158" indent="0">
              <a:buNone/>
              <a:defRPr sz="3195"/>
            </a:lvl3pPr>
            <a:lvl4pPr marL="1825737" indent="0">
              <a:buNone/>
              <a:defRPr sz="2662"/>
            </a:lvl4pPr>
            <a:lvl5pPr marL="2434316" indent="0">
              <a:buNone/>
              <a:defRPr sz="2662"/>
            </a:lvl5pPr>
            <a:lvl6pPr marL="3042895" indent="0">
              <a:buNone/>
              <a:defRPr sz="2662"/>
            </a:lvl6pPr>
            <a:lvl7pPr marL="3651474" indent="0">
              <a:buNone/>
              <a:defRPr sz="2662"/>
            </a:lvl7pPr>
            <a:lvl8pPr marL="4260052" indent="0">
              <a:buNone/>
              <a:defRPr sz="2662"/>
            </a:lvl8pPr>
            <a:lvl9pPr marL="4868631" indent="0">
              <a:buNone/>
              <a:defRPr sz="2662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5701" y="7802401"/>
            <a:ext cx="7302906" cy="1170013"/>
          </a:xfrm>
        </p:spPr>
        <p:txBody>
          <a:bodyPr/>
          <a:lstStyle>
            <a:lvl1pPr marL="0" indent="0">
              <a:buNone/>
              <a:defRPr sz="1864"/>
            </a:lvl1pPr>
            <a:lvl2pPr marL="608579" indent="0">
              <a:buNone/>
              <a:defRPr sz="1597"/>
            </a:lvl2pPr>
            <a:lvl3pPr marL="1217158" indent="0">
              <a:buNone/>
              <a:defRPr sz="1331"/>
            </a:lvl3pPr>
            <a:lvl4pPr marL="1825737" indent="0">
              <a:buNone/>
              <a:defRPr sz="1198"/>
            </a:lvl4pPr>
            <a:lvl5pPr marL="2434316" indent="0">
              <a:buNone/>
              <a:defRPr sz="1198"/>
            </a:lvl5pPr>
            <a:lvl6pPr marL="3042895" indent="0">
              <a:buNone/>
              <a:defRPr sz="1198"/>
            </a:lvl6pPr>
            <a:lvl7pPr marL="3651474" indent="0">
              <a:buNone/>
              <a:defRPr sz="1198"/>
            </a:lvl7pPr>
            <a:lvl8pPr marL="4260052" indent="0">
              <a:buNone/>
              <a:defRPr sz="1198"/>
            </a:lvl8pPr>
            <a:lvl9pPr marL="4868631" indent="0">
              <a:buNone/>
              <a:defRPr sz="11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24344" y="399241"/>
            <a:ext cx="2738590" cy="85062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76" y="399241"/>
            <a:ext cx="8012910" cy="85062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76" y="399236"/>
            <a:ext cx="10954358" cy="1661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76" y="2326185"/>
            <a:ext cx="10954358" cy="65793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77" y="9240115"/>
            <a:ext cx="2840019" cy="530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8602" y="9240115"/>
            <a:ext cx="3854311" cy="530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2918" y="9240115"/>
            <a:ext cx="2840019" cy="5307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7158" rtl="0" eaLnBrk="1" latinLnBrk="0" hangingPunct="1">
        <a:spcBef>
          <a:spcPct val="0"/>
        </a:spcBef>
        <a:buNone/>
        <a:defRPr sz="58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434" indent="-456434" algn="l" defTabSz="1217158" rtl="0" eaLnBrk="1" latinLnBrk="0" hangingPunct="1">
        <a:spcBef>
          <a:spcPct val="20000"/>
        </a:spcBef>
        <a:buFont typeface="Arial" pitchFamily="34" charset="0"/>
        <a:buChar char="•"/>
        <a:defRPr sz="4260" kern="1200">
          <a:solidFill>
            <a:schemeClr val="tx1"/>
          </a:solidFill>
          <a:latin typeface="+mn-lt"/>
          <a:ea typeface="+mn-ea"/>
          <a:cs typeface="+mn-cs"/>
        </a:defRPr>
      </a:lvl1pPr>
      <a:lvl2pPr marL="988941" indent="-380362" algn="l" defTabSz="1217158" rtl="0" eaLnBrk="1" latinLnBrk="0" hangingPunct="1">
        <a:spcBef>
          <a:spcPct val="20000"/>
        </a:spcBef>
        <a:buFont typeface="Arial" pitchFamily="34" charset="0"/>
        <a:buChar char="–"/>
        <a:defRPr sz="3727" kern="1200">
          <a:solidFill>
            <a:schemeClr val="tx1"/>
          </a:solidFill>
          <a:latin typeface="+mn-lt"/>
          <a:ea typeface="+mn-ea"/>
          <a:cs typeface="+mn-cs"/>
        </a:defRPr>
      </a:lvl2pPr>
      <a:lvl3pPr marL="1521447" indent="-304289" algn="l" defTabSz="1217158" rtl="0" eaLnBrk="1" latinLnBrk="0" hangingPunct="1">
        <a:spcBef>
          <a:spcPct val="20000"/>
        </a:spcBef>
        <a:buFont typeface="Arial" pitchFamily="34" charset="0"/>
        <a:buChar char="•"/>
        <a:defRPr sz="3195" kern="1200">
          <a:solidFill>
            <a:schemeClr val="tx1"/>
          </a:solidFill>
          <a:latin typeface="+mn-lt"/>
          <a:ea typeface="+mn-ea"/>
          <a:cs typeface="+mn-cs"/>
        </a:defRPr>
      </a:lvl3pPr>
      <a:lvl4pPr marL="2130026" indent="-304289" algn="l" defTabSz="1217158" rtl="0" eaLnBrk="1" latinLnBrk="0" hangingPunct="1">
        <a:spcBef>
          <a:spcPct val="20000"/>
        </a:spcBef>
        <a:buFont typeface="Arial" pitchFamily="34" charset="0"/>
        <a:buChar char="–"/>
        <a:defRPr sz="2662" kern="1200">
          <a:solidFill>
            <a:schemeClr val="tx1"/>
          </a:solidFill>
          <a:latin typeface="+mn-lt"/>
          <a:ea typeface="+mn-ea"/>
          <a:cs typeface="+mn-cs"/>
        </a:defRPr>
      </a:lvl4pPr>
      <a:lvl5pPr marL="2738605" indent="-304289" algn="l" defTabSz="1217158" rtl="0" eaLnBrk="1" latinLnBrk="0" hangingPunct="1">
        <a:spcBef>
          <a:spcPct val="20000"/>
        </a:spcBef>
        <a:buFont typeface="Arial" pitchFamily="34" charset="0"/>
        <a:buChar char="»"/>
        <a:defRPr sz="2662" kern="1200">
          <a:solidFill>
            <a:schemeClr val="tx1"/>
          </a:solidFill>
          <a:latin typeface="+mn-lt"/>
          <a:ea typeface="+mn-ea"/>
          <a:cs typeface="+mn-cs"/>
        </a:defRPr>
      </a:lvl5pPr>
      <a:lvl6pPr marL="3347184" indent="-304289" algn="l" defTabSz="1217158" rtl="0" eaLnBrk="1" latinLnBrk="0" hangingPunct="1">
        <a:spcBef>
          <a:spcPct val="20000"/>
        </a:spcBef>
        <a:buFont typeface="Arial" pitchFamily="34" charset="0"/>
        <a:buChar char="•"/>
        <a:defRPr sz="2662" kern="1200">
          <a:solidFill>
            <a:schemeClr val="tx1"/>
          </a:solidFill>
          <a:latin typeface="+mn-lt"/>
          <a:ea typeface="+mn-ea"/>
          <a:cs typeface="+mn-cs"/>
        </a:defRPr>
      </a:lvl6pPr>
      <a:lvl7pPr marL="3955763" indent="-304289" algn="l" defTabSz="1217158" rtl="0" eaLnBrk="1" latinLnBrk="0" hangingPunct="1">
        <a:spcBef>
          <a:spcPct val="20000"/>
        </a:spcBef>
        <a:buFont typeface="Arial" pitchFamily="34" charset="0"/>
        <a:buChar char="•"/>
        <a:defRPr sz="2662" kern="1200">
          <a:solidFill>
            <a:schemeClr val="tx1"/>
          </a:solidFill>
          <a:latin typeface="+mn-lt"/>
          <a:ea typeface="+mn-ea"/>
          <a:cs typeface="+mn-cs"/>
        </a:defRPr>
      </a:lvl7pPr>
      <a:lvl8pPr marL="4564342" indent="-304289" algn="l" defTabSz="1217158" rtl="0" eaLnBrk="1" latinLnBrk="0" hangingPunct="1">
        <a:spcBef>
          <a:spcPct val="20000"/>
        </a:spcBef>
        <a:buFont typeface="Arial" pitchFamily="34" charset="0"/>
        <a:buChar char="•"/>
        <a:defRPr sz="2662" kern="1200">
          <a:solidFill>
            <a:schemeClr val="tx1"/>
          </a:solidFill>
          <a:latin typeface="+mn-lt"/>
          <a:ea typeface="+mn-ea"/>
          <a:cs typeface="+mn-cs"/>
        </a:defRPr>
      </a:lvl8pPr>
      <a:lvl9pPr marL="5172921" indent="-304289" algn="l" defTabSz="1217158" rtl="0" eaLnBrk="1" latinLnBrk="0" hangingPunct="1">
        <a:spcBef>
          <a:spcPct val="20000"/>
        </a:spcBef>
        <a:buFont typeface="Arial" pitchFamily="34" charset="0"/>
        <a:buChar char="•"/>
        <a:defRPr sz="2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1pPr>
      <a:lvl2pPr marL="608579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2pPr>
      <a:lvl3pPr marL="1217158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3pPr>
      <a:lvl4pPr marL="1825737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4pPr>
      <a:lvl5pPr marL="2434316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5pPr>
      <a:lvl6pPr marL="3042895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6pPr>
      <a:lvl7pPr marL="3651474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7pPr>
      <a:lvl8pPr marL="4260052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8pPr>
      <a:lvl9pPr marL="4868631" algn="l" defTabSz="1217158" rtl="0" eaLnBrk="1" latinLnBrk="0" hangingPunct="1">
        <a:defRPr sz="23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0FE9-90C4-EF2D-7469-ECF4BD1F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C06BDC75-3D6C-B9D3-19E4-FE9F70C50040}"/>
              </a:ext>
            </a:extLst>
          </p:cNvPr>
          <p:cNvSpPr/>
          <p:nvPr/>
        </p:nvSpPr>
        <p:spPr>
          <a:xfrm rot="9956111">
            <a:off x="6012638" y="17507125"/>
            <a:ext cx="3366795" cy="4097960"/>
          </a:xfrm>
          <a:custGeom>
            <a:avLst/>
            <a:gdLst/>
            <a:ahLst/>
            <a:cxnLst/>
            <a:rect l="l" t="t" r="r" b="b"/>
            <a:pathLst>
              <a:path w="10607406" h="5419420">
                <a:moveTo>
                  <a:pt x="0" y="0"/>
                </a:moveTo>
                <a:lnTo>
                  <a:pt x="10607405" y="0"/>
                </a:lnTo>
                <a:lnTo>
                  <a:pt x="10607405" y="5419420"/>
                </a:lnTo>
                <a:lnTo>
                  <a:pt x="0" y="5419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 sz="3361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A594A62-C440-3C5B-9AC5-92B81596685C}"/>
              </a:ext>
            </a:extLst>
          </p:cNvPr>
          <p:cNvSpPr txBox="1"/>
          <p:nvPr/>
        </p:nvSpPr>
        <p:spPr>
          <a:xfrm>
            <a:off x="-7263" y="11582400"/>
            <a:ext cx="10032163" cy="3046988"/>
          </a:xfrm>
          <a:prstGeom prst="rect">
            <a:avLst/>
          </a:prstGeom>
          <a:solidFill>
            <a:schemeClr val="accent5">
              <a:lumMod val="20000"/>
              <a:lumOff val="80000"/>
              <a:alpha val="68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r" defTabSz="267323">
              <a:defRPr sz="2400" b="1">
                <a:solidFill>
                  <a:prstClr val="white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defRPr>
            </a:lvl1pPr>
          </a:lstStyle>
          <a:p>
            <a:pPr algn="ctr"/>
            <a:r>
              <a:rPr lang="zh-TW" altLang="en-US" dirty="0">
                <a:solidFill>
                  <a:schemeClr val="tx2"/>
                </a:solidFill>
              </a:rPr>
              <a:t>近一年進出場概況</a:t>
            </a:r>
            <a:endParaRPr lang="en-US" altLang="zh-TW" sz="1050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en-US" altLang="zh-TW" dirty="0"/>
          </a:p>
          <a:p>
            <a:pPr algn="ctr"/>
            <a:endParaRPr lang="zh-TW" altLang="en-US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7D37597-4FDB-BDEC-BF16-9160712FD44C}"/>
              </a:ext>
            </a:extLst>
          </p:cNvPr>
          <p:cNvSpPr>
            <a:spLocks noChangeAspect="1"/>
          </p:cNvSpPr>
          <p:nvPr/>
        </p:nvSpPr>
        <p:spPr>
          <a:xfrm rot="20892518" flipH="1" flipV="1">
            <a:off x="-970749" y="-1030385"/>
            <a:ext cx="15112543" cy="7721136"/>
          </a:xfrm>
          <a:custGeom>
            <a:avLst/>
            <a:gdLst/>
            <a:ahLst/>
            <a:cxnLst/>
            <a:rect l="l" t="t" r="r" b="b"/>
            <a:pathLst>
              <a:path w="9881698" h="5048649">
                <a:moveTo>
                  <a:pt x="9881698" y="5048650"/>
                </a:moveTo>
                <a:lnTo>
                  <a:pt x="0" y="5048650"/>
                </a:lnTo>
                <a:lnTo>
                  <a:pt x="0" y="0"/>
                </a:lnTo>
                <a:lnTo>
                  <a:pt x="9881698" y="0"/>
                </a:lnTo>
                <a:lnTo>
                  <a:pt x="9881698" y="5048650"/>
                </a:lnTo>
                <a:close/>
              </a:path>
            </a:pathLst>
          </a:custGeom>
          <a:blipFill dpi="0" rotWithShape="1">
            <a:blip r:embed="rId2">
              <a:alphaModFix amt="1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 sz="3361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F9981E-A1D1-5BC6-50FF-70AC3CCE4173}"/>
              </a:ext>
            </a:extLst>
          </p:cNvPr>
          <p:cNvSpPr/>
          <p:nvPr/>
        </p:nvSpPr>
        <p:spPr>
          <a:xfrm flipH="1" flipV="1">
            <a:off x="-7263" y="0"/>
            <a:ext cx="10065663" cy="982028"/>
          </a:xfrm>
          <a:custGeom>
            <a:avLst/>
            <a:gdLst/>
            <a:ahLst/>
            <a:cxnLst/>
            <a:rect l="l" t="t" r="r" b="b"/>
            <a:pathLst>
              <a:path w="8457920" h="1272587">
                <a:moveTo>
                  <a:pt x="8457919" y="1272587"/>
                </a:moveTo>
                <a:lnTo>
                  <a:pt x="0" y="1272587"/>
                </a:lnTo>
                <a:lnTo>
                  <a:pt x="0" y="0"/>
                </a:lnTo>
                <a:lnTo>
                  <a:pt x="8457919" y="0"/>
                </a:lnTo>
                <a:lnTo>
                  <a:pt x="8457919" y="12725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014" r="1"/>
            </a:stretch>
          </a:blipFill>
        </p:spPr>
        <p:txBody>
          <a:bodyPr/>
          <a:lstStyle/>
          <a:p>
            <a:endParaRPr lang="zh-TW" altLang="en-US" sz="3361" dirty="0"/>
          </a:p>
        </p:txBody>
      </p:sp>
      <p:pic>
        <p:nvPicPr>
          <p:cNvPr id="11" name="圖片 10" descr="一張含有 符號, 圖形, 字型, 標誌 的圖片&#10;&#10;AI 產生的內容可能不正確。">
            <a:extLst>
              <a:ext uri="{FF2B5EF4-FFF2-40B4-BE49-F238E27FC236}">
                <a16:creationId xmlns:a16="http://schemas.microsoft.com/office/drawing/2014/main" id="{63A45C0C-1C0D-537E-7DB9-29689322D439}"/>
              </a:ext>
            </a:extLst>
          </p:cNvPr>
          <p:cNvPicPr>
            <a:picLocks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67" y="318193"/>
            <a:ext cx="393558" cy="423649"/>
          </a:xfrm>
          <a:prstGeom prst="rect">
            <a:avLst/>
          </a:prstGeom>
        </p:spPr>
      </p:pic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EF96AE14-5AA5-CDD0-AD26-8B50BBC8B7C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941" l="7487" r="89974">
                        <a14:foregroundMark x1="14648" y1="36816" x2="14648" y2="37402"/>
                        <a14:foregroundMark x1="7487" y1="38770" x2="7487" y2="39746"/>
                        <a14:foregroundMark x1="10807" y1="42480" x2="12109" y2="42871"/>
                        <a14:foregroundMark x1="10742" y1="46777" x2="10482" y2="48926"/>
                        <a14:foregroundMark x1="9717" y1="54978" x2="8724" y2="57129"/>
                        <a14:foregroundMark x1="33529" y1="41504" x2="33724" y2="45410"/>
                        <a14:foregroundMark x1="40495" y1="44141" x2="39909" y2="47656"/>
                        <a14:foregroundMark x1="63086" y1="47754" x2="62695" y2="51367"/>
                        <a14:foregroundMark x1="77409" y1="48926" x2="77409" y2="51660"/>
                        <a14:foregroundMark x1="78711" y1="39453" x2="78516" y2="41406"/>
                        <a14:foregroundMark x1="82227" y1="39746" x2="82487" y2="41016"/>
                        <a14:foregroundMark x1="54102" y1="42578" x2="54167" y2="45410"/>
                        <a14:foregroundMark x1="54036" y1="60449" x2="53841" y2="60449"/>
                        <a14:foregroundMark x1="9505" y1="55371" x2="9701" y2="54980"/>
                        <a14:foregroundMark x1="9635" y1="54785" x2="9635" y2="55664"/>
                        <a14:backgroundMark x1="56836" y1="46875" x2="57292" y2="46875"/>
                        <a14:backgroundMark x1="55924" y1="41602" x2="56120" y2="41699"/>
                        <a14:backgroundMark x1="56445" y1="51172" x2="56836" y2="51172"/>
                        <a14:backgroundMark x1="84831" y1="48145" x2="85221" y2="48145"/>
                        <a14:backgroundMark x1="85482" y1="51660" x2="85742" y2="51563"/>
                        <a14:backgroundMark x1="85612" y1="54688" x2="86003" y2="54688"/>
                        <a14:backgroundMark x1="11654" y1="55566" x2="11849" y2="55566"/>
                        <a14:backgroundMark x1="11719" y1="59277" x2="12370" y2="59375"/>
                        <a14:backgroundMark x1="19401" y1="59180" x2="19076" y2="59180"/>
                        <a14:backgroundMark x1="17383" y1="59570" x2="16927" y2="59668"/>
                        <a14:backgroundMark x1="38737" y1="54883" x2="38737" y2="55176"/>
                        <a14:backgroundMark x1="38672" y1="54688" x2="38672" y2="55176"/>
                        <a14:backgroundMark x1="38411" y1="54688" x2="38802" y2="55176"/>
                        <a14:backgroundMark x1="45313" y1="59766" x2="44987" y2="59766"/>
                        <a14:backgroundMark x1="45508" y1="59668" x2="45117" y2="59766"/>
                        <a14:backgroundMark x1="46680" y1="59668" x2="46484" y2="60938"/>
                        <a14:backgroundMark x1="54427" y1="55371" x2="54557" y2="55371"/>
                        <a14:backgroundMark x1="16797" y1="59766" x2="16536" y2="597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004" y="-147950"/>
            <a:ext cx="1600200" cy="1032475"/>
          </a:xfrm>
          <a:prstGeom prst="rect">
            <a:avLst/>
          </a:prstGeom>
        </p:spPr>
      </p:pic>
      <p:sp>
        <p:nvSpPr>
          <p:cNvPr id="14" name="Freeform 3">
            <a:extLst>
              <a:ext uri="{FF2B5EF4-FFF2-40B4-BE49-F238E27FC236}">
                <a16:creationId xmlns:a16="http://schemas.microsoft.com/office/drawing/2014/main" id="{71F11CDD-5F73-F519-3AC7-F2EBEC79FF7C}"/>
              </a:ext>
            </a:extLst>
          </p:cNvPr>
          <p:cNvSpPr/>
          <p:nvPr/>
        </p:nvSpPr>
        <p:spPr>
          <a:xfrm rot="10800000" flipH="1" flipV="1">
            <a:off x="-76200" y="14562772"/>
            <a:ext cx="10134600" cy="982028"/>
          </a:xfrm>
          <a:custGeom>
            <a:avLst/>
            <a:gdLst/>
            <a:ahLst/>
            <a:cxnLst/>
            <a:rect l="l" t="t" r="r" b="b"/>
            <a:pathLst>
              <a:path w="8457920" h="1272587">
                <a:moveTo>
                  <a:pt x="8457919" y="1272587"/>
                </a:moveTo>
                <a:lnTo>
                  <a:pt x="0" y="1272587"/>
                </a:lnTo>
                <a:lnTo>
                  <a:pt x="0" y="0"/>
                </a:lnTo>
                <a:lnTo>
                  <a:pt x="8457919" y="0"/>
                </a:lnTo>
                <a:lnTo>
                  <a:pt x="8457919" y="127258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4586"/>
            </a:stretch>
          </a:blipFill>
        </p:spPr>
        <p:txBody>
          <a:bodyPr/>
          <a:lstStyle/>
          <a:p>
            <a:endParaRPr lang="zh-TW" altLang="en-US" sz="3361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C2C6F38-EF01-BA95-296E-5BB6FC49850B}"/>
              </a:ext>
            </a:extLst>
          </p:cNvPr>
          <p:cNvSpPr txBox="1"/>
          <p:nvPr/>
        </p:nvSpPr>
        <p:spPr>
          <a:xfrm flipH="1">
            <a:off x="-114994" y="1103281"/>
            <a:ext cx="74676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8800" b="1">
                <a:solidFill>
                  <a:schemeClr val="tx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台指策略日報</a:t>
            </a:r>
            <a:endParaRPr lang="zh-TW" altLang="en-US" sz="8800" b="1" dirty="0">
              <a:solidFill>
                <a:schemeClr val="tx2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D6BE2F1-CC41-782C-1590-0495444DF858}"/>
              </a:ext>
            </a:extLst>
          </p:cNvPr>
          <p:cNvSpPr txBox="1"/>
          <p:nvPr/>
        </p:nvSpPr>
        <p:spPr>
          <a:xfrm>
            <a:off x="-519" y="3500735"/>
            <a:ext cx="4496319" cy="461665"/>
          </a:xfrm>
          <a:custGeom>
            <a:avLst/>
            <a:gdLst>
              <a:gd name="connsiteX0" fmla="*/ 0 w 4496319"/>
              <a:gd name="connsiteY0" fmla="*/ 0 h 461665"/>
              <a:gd name="connsiteX1" fmla="*/ 4496319 w 4496319"/>
              <a:gd name="connsiteY1" fmla="*/ 0 h 461665"/>
              <a:gd name="connsiteX2" fmla="*/ 4496319 w 4496319"/>
              <a:gd name="connsiteY2" fmla="*/ 461665 h 461665"/>
              <a:gd name="connsiteX3" fmla="*/ 0 w 4496319"/>
              <a:gd name="connsiteY3" fmla="*/ 461665 h 461665"/>
              <a:gd name="connsiteX4" fmla="*/ 0 w 4496319"/>
              <a:gd name="connsiteY4" fmla="*/ 0 h 461665"/>
              <a:gd name="connsiteX0" fmla="*/ 0 w 4496319"/>
              <a:gd name="connsiteY0" fmla="*/ 0 h 461665"/>
              <a:gd name="connsiteX1" fmla="*/ 4496319 w 4496319"/>
              <a:gd name="connsiteY1" fmla="*/ 0 h 461665"/>
              <a:gd name="connsiteX2" fmla="*/ 4496319 w 4496319"/>
              <a:gd name="connsiteY2" fmla="*/ 461665 h 461665"/>
              <a:gd name="connsiteX3" fmla="*/ 0 w 4496319"/>
              <a:gd name="connsiteY3" fmla="*/ 461665 h 461665"/>
              <a:gd name="connsiteX4" fmla="*/ 0 w 4496319"/>
              <a:gd name="connsiteY4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96319" h="461665">
                <a:moveTo>
                  <a:pt x="0" y="0"/>
                </a:moveTo>
                <a:lnTo>
                  <a:pt x="4496319" y="0"/>
                </a:lnTo>
                <a:cubicBezTo>
                  <a:pt x="4153419" y="306288"/>
                  <a:pt x="4496319" y="307777"/>
                  <a:pt x="4496319" y="461665"/>
                </a:cubicBezTo>
                <a:lnTo>
                  <a:pt x="0" y="461665"/>
                </a:lnTo>
                <a:lnTo>
                  <a:pt x="0" y="0"/>
                </a:lnTo>
                <a:close/>
              </a:path>
            </a:pathLst>
          </a:custGeom>
          <a:solidFill>
            <a:srgbClr val="20AAC2"/>
          </a:solidFill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 algn="ctr" defTabSz="267323">
              <a:defRPr/>
            </a:pPr>
            <a:r>
              <a:rPr lang="zh-TW" altLang="en-US" sz="2400" dirty="0">
                <a:solidFill>
                  <a:prstClr val="white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績效統計</a:t>
            </a:r>
            <a:endParaRPr lang="en-US" altLang="zh-TW" sz="2400" dirty="0">
              <a:solidFill>
                <a:prstClr val="white"/>
              </a:solidFill>
              <a:effectLst/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93EF82E-3DC3-A202-735E-32CBE315858C}"/>
              </a:ext>
            </a:extLst>
          </p:cNvPr>
          <p:cNvGrpSpPr/>
          <p:nvPr/>
        </p:nvGrpSpPr>
        <p:grpSpPr>
          <a:xfrm>
            <a:off x="6172200" y="685801"/>
            <a:ext cx="4800600" cy="2489551"/>
            <a:chOff x="6136124" y="685801"/>
            <a:chExt cx="4800600" cy="2489551"/>
          </a:xfrm>
        </p:grpSpPr>
        <p:sp>
          <p:nvSpPr>
            <p:cNvPr id="25" name="箭號: 五邊形 24">
              <a:extLst>
                <a:ext uri="{FF2B5EF4-FFF2-40B4-BE49-F238E27FC236}">
                  <a16:creationId xmlns:a16="http://schemas.microsoft.com/office/drawing/2014/main" id="{057DC63B-2683-0DEC-0FB1-04C9B83CF70B}"/>
                </a:ext>
              </a:extLst>
            </p:cNvPr>
            <p:cNvSpPr/>
            <p:nvPr/>
          </p:nvSpPr>
          <p:spPr>
            <a:xfrm rot="5400000">
              <a:off x="7315269" y="609526"/>
              <a:ext cx="2489551" cy="2642101"/>
            </a:xfrm>
            <a:prstGeom prst="homePlate">
              <a:avLst>
                <a:gd name="adj" fmla="val 28466"/>
              </a:avLst>
            </a:prstGeom>
            <a:solidFill>
              <a:srgbClr val="195B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5220A9C-F329-3F08-2EB4-46C7D781123C}"/>
                </a:ext>
              </a:extLst>
            </p:cNvPr>
            <p:cNvSpPr txBox="1"/>
            <p:nvPr/>
          </p:nvSpPr>
          <p:spPr>
            <a:xfrm flipH="1">
              <a:off x="6136124" y="843984"/>
              <a:ext cx="4800600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000" b="1" dirty="0">
                  <a:solidFill>
                    <a:schemeClr val="bg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2026</a:t>
              </a:r>
            </a:p>
            <a:p>
              <a:pPr algn="ctr"/>
              <a:r>
                <a:rPr lang="en-US" altLang="zh-TW" sz="6600" b="1" dirty="0">
                  <a:solidFill>
                    <a:schemeClr val="bg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05/22</a:t>
              </a:r>
              <a:endParaRPr lang="zh-TW" altLang="en-US" sz="6600" b="1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A75102A-AE24-99DB-7A80-4776E0231D32}"/>
              </a:ext>
            </a:extLst>
          </p:cNvPr>
          <p:cNvSpPr txBox="1"/>
          <p:nvPr/>
        </p:nvSpPr>
        <p:spPr>
          <a:xfrm flipH="1">
            <a:off x="888641" y="519625"/>
            <a:ext cx="1116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法人部</a:t>
            </a:r>
            <a:endParaRPr lang="zh-TW" altLang="en-US" sz="3600" b="1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88EE2A2-D1ED-CB08-2EFE-D15C71A2649D}"/>
              </a:ext>
            </a:extLst>
          </p:cNvPr>
          <p:cNvSpPr txBox="1"/>
          <p:nvPr/>
        </p:nvSpPr>
        <p:spPr>
          <a:xfrm>
            <a:off x="5513874" y="3512503"/>
            <a:ext cx="4511026" cy="461665"/>
          </a:xfrm>
          <a:custGeom>
            <a:avLst/>
            <a:gdLst>
              <a:gd name="connsiteX0" fmla="*/ 0 w 4511026"/>
              <a:gd name="connsiteY0" fmla="*/ 0 h 461665"/>
              <a:gd name="connsiteX1" fmla="*/ 4511026 w 4511026"/>
              <a:gd name="connsiteY1" fmla="*/ 0 h 461665"/>
              <a:gd name="connsiteX2" fmla="*/ 4511026 w 4511026"/>
              <a:gd name="connsiteY2" fmla="*/ 461665 h 461665"/>
              <a:gd name="connsiteX3" fmla="*/ 0 w 4511026"/>
              <a:gd name="connsiteY3" fmla="*/ 461665 h 461665"/>
              <a:gd name="connsiteX4" fmla="*/ 0 w 4511026"/>
              <a:gd name="connsiteY4" fmla="*/ 0 h 461665"/>
              <a:gd name="connsiteX0" fmla="*/ 0 w 4511026"/>
              <a:gd name="connsiteY0" fmla="*/ 0 h 461665"/>
              <a:gd name="connsiteX1" fmla="*/ 4511026 w 4511026"/>
              <a:gd name="connsiteY1" fmla="*/ 0 h 461665"/>
              <a:gd name="connsiteX2" fmla="*/ 4511026 w 4511026"/>
              <a:gd name="connsiteY2" fmla="*/ 461665 h 461665"/>
              <a:gd name="connsiteX3" fmla="*/ 0 w 4511026"/>
              <a:gd name="connsiteY3" fmla="*/ 461665 h 461665"/>
              <a:gd name="connsiteX4" fmla="*/ 0 w 4511026"/>
              <a:gd name="connsiteY4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1026" h="461665">
                <a:moveTo>
                  <a:pt x="0" y="0"/>
                </a:moveTo>
                <a:lnTo>
                  <a:pt x="4511026" y="0"/>
                </a:lnTo>
                <a:lnTo>
                  <a:pt x="4511026" y="461665"/>
                </a:lnTo>
                <a:lnTo>
                  <a:pt x="0" y="461665"/>
                </a:lnTo>
                <a:cubicBezTo>
                  <a:pt x="0" y="307777"/>
                  <a:pt x="400050" y="331688"/>
                  <a:pt x="0" y="0"/>
                </a:cubicBezTo>
                <a:close/>
              </a:path>
            </a:pathLst>
          </a:custGeom>
          <a:solidFill>
            <a:srgbClr val="006699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 defTabSz="267323">
              <a:defRPr sz="2400" b="1">
                <a:solidFill>
                  <a:prstClr val="white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defRPr>
            </a:lvl1pPr>
          </a:lstStyle>
          <a:p>
            <a:pPr algn="ctr" defTabSz="267323">
              <a:defRPr/>
            </a:pPr>
            <a:r>
              <a:rPr lang="zh-TW" altLang="en-US" sz="2400" dirty="0">
                <a:solidFill>
                  <a:prstClr val="white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模型重要因子一覽表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5EA9AD-4026-F5CB-7116-6E40F52E37AB}"/>
              </a:ext>
            </a:extLst>
          </p:cNvPr>
          <p:cNvSpPr txBox="1"/>
          <p:nvPr/>
        </p:nvSpPr>
        <p:spPr>
          <a:xfrm>
            <a:off x="297567" y="2603580"/>
            <a:ext cx="7322433" cy="55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67323" hangingPunct="0">
              <a:lnSpc>
                <a:spcPct val="140000"/>
              </a:lnSpc>
              <a:spcBef>
                <a:spcPts val="458"/>
              </a:spcBef>
              <a:spcAft>
                <a:spcPts val="458"/>
              </a:spcAft>
            </a:pPr>
            <a:r>
              <a:rPr lang="zh-TW" altLang="en-US" sz="2400" b="1" dirty="0">
                <a:solidFill>
                  <a:srgbClr val="006699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策略建議 </a:t>
            </a:r>
            <a:r>
              <a:rPr lang="en-US" altLang="zh-TW" sz="2400" b="1" dirty="0">
                <a:solidFill>
                  <a:srgbClr val="006699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sz="2400" b="1" dirty="0">
                <a:solidFill>
                  <a:srgbClr val="FF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多單續抱　　　    　  </a:t>
            </a:r>
            <a:r>
              <a:rPr lang="zh-TW" altLang="en-US" sz="2400" b="1" dirty="0">
                <a:solidFill>
                  <a:srgbClr val="006699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模型分析 </a:t>
            </a:r>
            <a:r>
              <a:rPr lang="en-US" altLang="zh-TW" sz="2400" b="1" dirty="0">
                <a:solidFill>
                  <a:srgbClr val="006699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:</a:t>
            </a:r>
            <a:r>
              <a:rPr lang="zh-TW" altLang="en-US" sz="2400" b="1" dirty="0">
                <a:solidFill>
                  <a:srgbClr val="006699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lang="zh-TW" altLang="en-US" sz="2400" b="1" dirty="0">
                <a:solidFill>
                  <a:srgbClr val="FF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偏多</a:t>
            </a:r>
          </a:p>
        </p:txBody>
      </p:sp>
    </p:spTree>
    <p:extLst>
      <p:ext uri="{BB962C8B-B14F-4D97-AF65-F5344CB8AC3E}">
        <p14:creationId xmlns:p14="http://schemas.microsoft.com/office/powerpoint/2010/main" val="60209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33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Noto Sans TC</vt:lpstr>
      <vt:lpstr>Arial</vt:lpstr>
      <vt:lpstr>Calibri</vt:lpstr>
      <vt:lpstr>Office Theme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Modern Minimalist Blank Page Border A4 Document</dc:title>
  <dc:creator>高嫚君</dc:creator>
  <cp:lastModifiedBy>偉成 郭</cp:lastModifiedBy>
  <cp:revision>209</cp:revision>
  <dcterms:created xsi:type="dcterms:W3CDTF">2006-08-16T00:00:00Z</dcterms:created>
  <dcterms:modified xsi:type="dcterms:W3CDTF">2026-05-23T01:42:44Z</dcterms:modified>
  <dc:identifier>DAG0mZZ4ePk</dc:identifier>
</cp:coreProperties>
</file>